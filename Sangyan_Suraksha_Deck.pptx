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promise: prevention plus recovery in a single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anuragtiwari-ux.github.io/Sangyan-Suraksha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C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SANGYAN SURAKSHA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40080" y="2194560"/>
            <a:ext cx="2011680" cy="54864"/>
          </a:xfrm>
          <a:prstGeom prst="rect">
            <a:avLst/>
          </a:prstGeom>
          <a:solidFill>
            <a:srgbClr val="DBA04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4231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E6D0"/>
                </a:solidFill>
              </a:rPr>
              <a:t>Check before you trust. Know exactly what to do if you have been hit.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31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A04B"/>
                </a:solidFill>
              </a:rPr>
              <a:t>Track A + B + E  |  Voice-first, Hindi + English, Node.js backend, nothing stored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C14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C1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B"/>
                </a:solidFill>
              </a:rPr>
              <a:t>Sangyan Suraksha  |  SANGYAN Hackathon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207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420"/>
                </a:solidFill>
              </a:rPr>
              <a:t>9 in 10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60020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1A1A"/>
                </a:solidFill>
              </a:rPr>
              <a:t>SEBI: 9 of 10 individual F&amp;O traders make net losses. Access to markets has outrun financial confidence.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207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420"/>
                </a:solidFill>
              </a:rPr>
              <a:t>Tips, not truth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60020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1A1A"/>
                </a:solidFill>
              </a:rPr>
              <a:t>First-time investors in Tier-2/3 towns rely on WhatsApp/Telegram tip groups, fake SEBI claims, cloned portals and deepfake finfluencers.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207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420"/>
                </a:solidFill>
              </a:rPr>
              <a:t>Late realisation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60020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1A1A"/>
                </a:solidFill>
              </a:rPr>
              <a:t>Victims usually find out when withdrawals are blocked, then do not know the first hour steps.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A1A1A"/>
                </a:solidFill>
              </a:rPr>
              <a:t>Gap: tools either detect OR guide recovery. Few do both, in the user's own language.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C14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C1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we solve for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B"/>
                </a:solidFill>
              </a:rPr>
              <a:t>Sangyan Suraksha  |  SANGYAN Hackathon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2070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420"/>
                </a:solidFill>
              </a:rPr>
              <a:t>Ramesh, kirana owner, Gorakhpur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600200"/>
            <a:ext cx="3566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1A1A"/>
                </a:solidFill>
              </a:rPr>
              <a:t>First-time investor, more comfortable in Hindi than English. A friend adds him to a "VIP tip" Telegram group promising guaranteed 30% a month and asks for Rs 5,000 on a personal UPI ID.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2070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420"/>
                </a:solidFill>
              </a:rPr>
              <a:t>His journey with Suraksha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600200"/>
            <a:ext cx="3566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1A1A"/>
                </a:solidFill>
              </a:rPr>
              <a:t>1. Pastes the message (or listens in Hindi).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1A1A"/>
                </a:solidFill>
              </a:rPr>
              <a:t>2. Gets a risk reading with reasons: guaranteed returns, urgency, personal UPI, unverifiable SEBI claim.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1A1A"/>
                </a:solidFill>
              </a:rPr>
              <a:t>3. Sees what the tool cannot verify.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1A1A"/>
                </a:solidFill>
              </a:rPr>
              <a:t>4. If already paid: first-hour checklist + ready complaint draft for 1930, cybercrime.gov.in, SCORES.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C14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C1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solution: two linked modules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B"/>
                </a:solidFill>
              </a:rPr>
              <a:t>Sangyan Suraksha  |  SANGYAN Hackathon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93192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2070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420"/>
                </a:solidFill>
              </a:rPr>
              <a:t>1. Scam Check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600200"/>
            <a:ext cx="3566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1A1A"/>
                </a:solidFill>
              </a:rPr>
              <a:t>Explainable, rule-based red-flag engine for messages and links. Output is Low / Medium / High with reasons, never a verdict of "safe". Always lists what it cannot verify, and points to SEBI's official registry.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93192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2070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420"/>
                </a:solidFill>
              </a:rPr>
              <a:t>2. After-Scam Recovery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600200"/>
            <a:ext cx="3566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1A1A"/>
                </a:solidFill>
              </a:rPr>
              <a:t>Six-step first-hour checklist (stop paying, save evidence, freeze via bank, 1930 + cybercrime.gov.in, SCORES, remove remote apps) and an auto-filled complaint draft.</a:t>
            </a:r>
            <a:endParaRPr lang="en-US" sz="1250" dirty="0"/>
          </a:p>
        </p:txBody>
      </p:sp>
      <p:sp>
        <p:nvSpPr>
          <p:cNvPr id="11" name="Text 9">
            <a:hlinkClick r:id="rId1" tooltip=""/>
          </p:cNvPr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8C142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demo: https://anuragtiwari-ux.github.io/Sangyan-Suraksha/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C14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C1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and guardrails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B"/>
                </a:solidFill>
              </a:rPr>
              <a:t>Sangyan Suraksha  |  SANGYAN Hackathon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2070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420"/>
                </a:solidFill>
              </a:rPr>
              <a:t>Tech stack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600200"/>
            <a:ext cx="3566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1A1A"/>
                </a:solidFill>
              </a:rPr>
              <a:t>Web app + zero-dependency Node.js API (POST /api/analyze). Rule engine (regex + weighted scoring) for Hindi and English; falls back to on-device checking if the server is down. Web Speech API for spoken results. Low-bandwidth: one small file, works on low-end phones.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1A1A"/>
                </a:solidFill>
              </a:rPr>
              <a:t>Next: Bhashini for more languages, on-device OCR for screenshots, small classifier for scoring.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2070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420"/>
                </a:solidFill>
              </a:rPr>
              <a:t>Guardrails met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600200"/>
            <a:ext cx="3566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1A1A"/>
                </a:solidFill>
              </a:rPr>
              <a:t>No stock tips, buy/sell signals or price predictions.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1A1A"/>
                </a:solidFill>
              </a:rPr>
              <a:t>No monetisation, broker links or upsells.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1A1A"/>
                </a:solidFill>
              </a:rPr>
              <a:t>Privacy by design: user pastes content; the stateless API stores and logs nothing; no SMS/OTP access.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1A1A"/>
                </a:solidFill>
              </a:rPr>
              <a:t>Honest uncertainty: explains reasons and limits instead of a binary verdict.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C14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C1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and how we measure it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B"/>
                </a:solidFill>
              </a:rPr>
              <a:t>Sangyan Suraksha  |  SANGYAN Hackathon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207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420"/>
                </a:solidFill>
              </a:rPr>
              <a:t>Resilience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600200"/>
            <a:ext cx="21945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1A1A"/>
                </a:solidFill>
              </a:rPr>
              <a:t>Precision and recall on a labelled set of real scam vs genuine messages.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207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420"/>
                </a:solidFill>
              </a:rPr>
              <a:t>Bharat-first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600200"/>
            <a:ext cx="21945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1A1A"/>
                </a:solidFill>
              </a:rPr>
              <a:t>Hindi default, voice output, tiny page, minimal steps, big tap targets.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207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420"/>
                </a:solidFill>
              </a:rPr>
              <a:t>Recovery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600200"/>
            <a:ext cx="21945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1A1A"/>
                </a:solidFill>
              </a:rPr>
              <a:t>Time to first report, and completeness of the generated complaint.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A1A1A"/>
                </a:solidFill>
              </a:rPr>
              <a:t>Rule weights and wording are transparent, so SEBI/NSDL reviewers can audit and tune them.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C14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C1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Evidence: it is measurable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B"/>
                </a:solidFill>
              </a:rPr>
              <a:t>Sangyan Suraksha  |  SANGYAN Hackathon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207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420"/>
                </a:solidFill>
              </a:rPr>
              <a:t>Precision 93%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6002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1A1A"/>
                </a:solidFill>
              </a:rPr>
              <a:t>14 of 15 flagged messages were real scams.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207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420"/>
                </a:solidFill>
              </a:rPr>
              <a:t>Recall 88%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6002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1A1A"/>
                </a:solidFill>
              </a:rPr>
              <a:t>14 of 16 scam messages were caught.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207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420"/>
                </a:solidFill>
              </a:rPr>
              <a:t>Accuracy 90%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6002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1A1A"/>
                </a:solidFill>
              </a:rPr>
              <a:t>27 of 30 messages correct (16 scam, 14 genuine; Hindi + English).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80467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29443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420"/>
                </a:solidFill>
              </a:rPr>
              <a:t>Honest limits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33756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1A1A"/>
                </a:solidFill>
              </a:rPr>
              <a:t>Misses: a KYC-update phishing link and a paid "daily stock calls" pitch. False alarm: a genuine warning that quotes scam wording. The set is team-written and small; next step is testing on real reported messages. The Evidence tab in the demo reruns this live.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C14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C1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Built-in trust and reality check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B"/>
                </a:solidFill>
              </a:rPr>
              <a:t>Sangyan Suraksha  |  SANGYAN Hackathon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2070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420"/>
                </a:solidFill>
              </a:rPr>
              <a:t>Reality check calculator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600200"/>
            <a:ext cx="3566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1A1A"/>
                </a:solidFill>
              </a:rPr>
              <a:t>Slide the claimed monthly return: 30% a month means Rs 10,000 becomes about Rs 2.3 lakh in a year (23.3x). Turns "too good to be true" into a number a first-time investor can see. Pure arithmetic, no market data.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2070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420"/>
                </a:solidFill>
              </a:rPr>
              <a:t>Guardrail panel in the app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600200"/>
            <a:ext cx="3566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1A1A"/>
                </a:solidFill>
              </a:rPr>
              <a:t>Visible checklist: no tips or predictions, no monetisation, no SMS/OTP access, nothing stored or logged, reasons and limits instead of verdicts. Also a large-text mode for senior citizens and Hindi/English toggle.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C14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C1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Feasibility and roadmap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B"/>
                </a:solidFill>
              </a:rPr>
              <a:t>Sangyan Suraksha  |  SANGYAN Hackathon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207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420"/>
                </a:solidFill>
              </a:rPr>
              <a:t>Now (prototype)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600200"/>
            <a:ext cx="21945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1A1A"/>
                </a:solidFill>
              </a:rPr>
              <a:t>Message check, risk reasons, Hindi/English, voice, recovery checklist, complaint draft, live evidence tab, reality calculator.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207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420"/>
                </a:solidFill>
              </a:rPr>
              <a:t>Next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600200"/>
            <a:ext cx="21945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1A1A"/>
                </a:solidFill>
              </a:rPr>
              <a:t>Bhojpuri, Marathi, Tamil via Bhashini. Screenshot and voice-note input. Lookalike-domain checks against a public list.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207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420"/>
                </a:solidFill>
              </a:rPr>
              <a:t>At scale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600200"/>
            <a:ext cx="21945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1A1A"/>
                </a:solidFill>
              </a:rPr>
              <a:t>Offline-first PWA, IVR/missed-call version, community-reported patterns shared with SEBI/NSDL awareness channels.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Sangyan Suraksha</dc:title>
  <dc:subject>PptxGenJS Presentation</dc:subject>
  <dc:creator>PptxGenJS</dc:creator>
  <cp:lastModifiedBy>PptxGenJS</cp:lastModifiedBy>
  <cp:revision>1</cp:revision>
  <dcterms:created xsi:type="dcterms:W3CDTF">2026-10-02T19:50:16Z</dcterms:created>
  <dcterms:modified xsi:type="dcterms:W3CDTF">2026-10-02T19:50:16Z</dcterms:modified>
</cp:coreProperties>
</file>